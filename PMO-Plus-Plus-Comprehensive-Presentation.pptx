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פלטפורמת ניהול פרויקטים פנים-ארגונית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המרכז למיפוי ישראל · Israel Mapping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מקיפה · 20 פרקים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ארכיטקטורה: היררכיה מארבע רמות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4-tier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פורטפוליו ·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68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(Program) · Program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3291840"/>
            <a:ext cx="73152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291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 ·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11480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114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חבילות עבודה · Work Breakdown 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9377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 · Task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5760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5760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תת-משימה · Subtask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המשימות שלי — דף הבית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— Landing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אישית של כל המשימות הפתוחות של המשתמש, ממוינות לפי דחיפות. נקודת ההתחלה של כל יום עבודה.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מציג את ה'מה צריך לעשות עכשיו' באופן ברור, ללא צורך לחפש במספר מסכים.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לשוניות סינון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בביצוע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לא התחילו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בבדיקה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חסומות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באיחור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לפי פרויקט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 משימה מציגה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כותרת + תיאור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הפרויקט (קישור)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תאריך יעד + זמן נותר דינמי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עדיפות (Badge צבעוני)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כפתורי פעולה: סגירה, שיוך מחדש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14800"/>
            <a:ext cx="10972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סייד-פאנל הפרויקטים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617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הפרויקטים שלי + תפקיד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אחוז משרה (FTE) לכל פרויקט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סה"כ FTE עם אזהרת הקצאת יתר (&gt;100%)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+ להוספת משימה חדשה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דשבורדים ו-KPI — 17 מדדים אינטראקטיביים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 — 17 interactive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 · PMO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בורר תפקיד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· SPI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6459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37360"/>
            <a:ext cx="3108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03920" y="239115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מנהלים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פרויקט (PM) — תפעולי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Variance · Milestone Slippage · Throughput שבועי · Budget Adherence · CPI · SPI · Rework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PMO — אסטרטגי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· ROI · Capacity vs Demand · Risk Trend · Decision Latency · NPS · Burnout · AI Adoption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5488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מקורות + אינטראקטיביות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כרטיס לחיץ → בועת מידע מפורטת עם הסבר, נוסחה, מקור, וגרף לדוגמה. מבוסס תקני PMBOK, EVM, McKinsey, Bain, MBI, Gartner. שני דשבורדים מובחנים ויזואלית (כחול PM / סגול PMO).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לוח גאנט מתקדם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Gantt with CPM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WBS משמאל + תרשים גאנט מימין עם Sync scroll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מול ביצוע — שני פסים מקבילים לכל משימה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נתיב קריטי (CPM) — Kahn's algorithm, תאורה אדומה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דרך (Milestones) — יהלום סגול עם דגל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חוצץ זמן (Buffer) אופציונלי — מלבן מקווקו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line — נקודה כתומה במיקום הנוכחי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קידוד צבעים אוטומטי לפי בריאות (ירוק/צהוב/אדום)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bars — פסי אב להראות summary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פופאפ לחיצה: סטטוס, תלויות, אחראי, התקדמות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מלא — ציר LTR פנימי לתאריכים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37360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 (CSV עם BOM ל-UTF-8 תאימות עברית)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(window.print + print stylesheet)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sidebar/topbar אוטומטית בהדפסה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840480"/>
            <a:ext cx="109728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רוחב טבלה רספונסיבי (200px → 520px)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עמודות מוסתרות במובייל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פופאפ ממורכז על המסך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min-h-[44px] לטאצ'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Work Breakdown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 with weighted roll-up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עץ היררכי רקורסיבי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אגרגציה מ-leaf nodes למעלה דרך כל ההיררכיה: שעות מתוכננות/בפועל, אחוז התקדמות משוקלל לפי שעות, תאריכים מינימלי/מקסימלי, עלויות (hourly rate × שעות), ספירת משימות (total/done/blocked/overdue).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מספור אוטומטי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traversal: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1.1 → 1.1.1 → 1.2 → 2 → 2.1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Roll-up משוקלל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התקדמות = Σ(progress × hours) / Σ(hours)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ממוצע פשוט — שווה לפי גודל המשימה.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63440"/>
            <a:ext cx="10972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Roll-up bars בגאנט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פסי אב מציגים summary של ה-node כולו: תאריך מינימלי של leaf, תאריך מקסימלי של leaf, ממוצע התקדמות משוקלל. לחיצה על node פותחת פופאפ עם משימות / הושלמו / חסומות / באיחור / שעות / תוצר.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פרויקטים — 4 תצוגות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4 views per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רשימה · 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עם sortable columns: שם, אחראי, סטטוס, תאריך, התקדמות, עדיפות.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קנבן · Kanban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עמודות: Not Started / In Progress / Review / Done. גרירה ושחרור עם @dnd-kit.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גאנט · Gantt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AdvancedGantt עם נתיב קריטי, אבני דרך, חוצץ זמן וייצוא Excel/PDF.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023360"/>
            <a:ext cx="10972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· Calendar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grid month view עם משימות צבעוניות לפי עדיפות.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— תצוגה אינטראקטיבית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— interactive month 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תצוגה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grid חודשי בהתאמת RTL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 שבוע מתורגמים לפי locale (5 שפות)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תאריכים בפורמט מקומי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אינטראקטיביות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לחיצה על משימה → פופאפ: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שם, סטטוס, אחוז, אחראי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תאריכי תכנון ובפועל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קישור 'פתח משימה' → ניווט ישיר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468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אירועי Google Calendar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10698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אירועי דמו מסונכרנים מלוח Salesforce: דדליין פרסום הבריף, סקירת חסימת אינטגרציה, ועדת בחינת הצעות, בדיקות UAT, בחירת ספק זוכה, סקירת תחזוקה רבעונית, חוזה סופי.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עם push notifications מוכן ב-/api/webhooks/google-calendar.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סיכונים פרואקטיבי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חסומה בהמתנה ל-dependency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Overdue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עברה את plannedEnd ולא הושלמה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Effort Overrun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actualHours &gt; estimateHours × 1.5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Slip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פיגור גדל ב-2+ שבועות רצופים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Not Started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29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קריטית שלא התחילה תוך 5 ימים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חיזוי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actual vs required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ממוצע סליפ → forecast end 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אפקט שרשרת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על גרף תלויות → מספר משימות מושפעות, מתוכן בנתיב קריטי, ימי cascade.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קטגוריות פעולה: Resource / Schedule / Scope / Process / Escalation. שיוך מחדש חכם: skill match (40%) + availability (35%) + performance (25%).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מרכז AI — Sidekick + תכנית גידור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— Sidekick + Mitigation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46634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Sidekick (Chat)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צ'אט מבוסס Google Gemini 2.5 Flash.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snapshot מלא של הארגון: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כל המשימות והסטטוסים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score, bottlenecks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 + active recommendations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קצר וממוקד: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with conclusion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numbers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action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names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Icons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נתמכות מלאות: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en / ru / fr / 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4663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 (MitigationPlanCard)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gradient + 2 stats: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פעולות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פעולות מיידיות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Reassignment: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score 0-100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From/To avatars + Arrow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כ-badges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Severity + risk type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Preferred action ⭐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button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אזהרות אמבר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חיזוי לפני בעיה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עוזר אישי קולי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Personal Assistant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— דיבור לטקסט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דו-מצבית: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 (Chrome / Edge)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MediaRecorder fallback (iOS Safari / Firefox)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Interim results בזמן אמת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TTS — טקסט לדיבור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עם בחירת קול אוטומטית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רייטינג איכות: Google/Neural &gt; Microsoft Online &gt; Apple &gt; local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ping (Chrome 15s cutoff fix)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הגיית קיצורים נכונה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לו"ז → לוז ("luz")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מנכ"ל → מנכל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סמנכ"ל → סמנכל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צה"ל → צהל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ת"א → תל אביב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וכו' → וכולי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Smart quotes ו-Hebrew gershayim ׳ 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מקטעי 350 תווים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תקרת 500 התווים הישנה.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נחתכת בגבול משפט (. ! ?) ומוקראת ברצף.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SPEAK_TOKEN — לחיצה על מיקרופון מבטלת כל מקטע בתור.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שיחה: האזנה אוטומטית אחרי תשובה.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דוחות וייצוא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ExportPdfButton — window.print() עם print stylesheet מותאם.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sidebar / topbar / כפתורים צפים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@page { size: A4 landscape }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print-color-adjust: exact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Toast notifications (מכין → מוכן)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Excel/CSV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lib/gantt/export.ts: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עם BOM (\uFEFF) ל-UTF-8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תאימות עברית מלאה ב-Excel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אחת הדרכים היחידות שעובדות RTL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מבני דוחות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Gantt full-width (WBS table + chart)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dashboard עם בורר תפקיד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משימות עם פילטרים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כרטיסי פרויקטים עם health score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סיכונים + matrix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יומן פעילות (Activity Log) של משתמשים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אוטומציות — בנאי No-Code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— No-Code Builder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טריגרים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תנאים אופציונליים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פעולות (2 AI)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57600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תבניות מוכנות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1605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 · Overdue Alert · New Risk Notification · Daily Report · Weekly Summary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אופן הבנייה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שלבים ויזואליים: Trigger → Conditions → Actions. כרטיס סיכום סגול עם ולידציה ו-toast. אינטגרציה עם 2 AI actions (summarize, recommend).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צוות וחברים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Members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482596"/>
            <a:ext cx="2743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חברי צוות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ProjectMembers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482596"/>
            <a:ext cx="2743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per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2880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2482596"/>
            <a:ext cx="2743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 מובנים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173736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828800"/>
            <a:ext cx="2286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Avatars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26880" y="2482596"/>
            <a:ext cx="2286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ראשי תיבות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08960"/>
            <a:ext cx="109728" cy="18288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כרטיסי חברים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6118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שם, תפקיד, אבטר עם ראשי תיבות, חטיבה, אגף, FTE כולל בכל הפרויקטים, ספירת משימות פתוחות.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108960"/>
            <a:ext cx="109728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הזמנת חבר חדש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6118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InviteMemberDialog — שם*, תפקיד, חטיבה, אגף, טלפון*, מייל*. שליחת קישור הזמנה (במצב הדגמה — toast).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ProjectMembers component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אגרגציה של חברים לכל פרויקט/משימה. 2 variants: card / compact. מציג FTE עם over-allocation warning &gt; 100%.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מערכת — 6 לשוניות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6 tabs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משתמשים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+ Search + סינון + Add/Edit/Delete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תפקידים × 12 הרשאות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37360"/>
            <a:ext cx="109728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סוגי פריטים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סוגים מובנים + צבע + emoji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שיוך היררכי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פרויקטים/משימות בין רמות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023360"/>
            <a:ext cx="10972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טבלת הרשאות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משתמשים × 12 הרשאות (X/12)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023360"/>
            <a:ext cx="10972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פעילות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פעילויות + סטטיסטיקות + ציר זמן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RBAC דינמי — 5 תפקידים + מותאמים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RBAC — 5 roles + custom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 + ניהול מערכת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צופה + מעדכן + מקצה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+ יצירה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43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קריאה בלבד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29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מוגבלת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 Switcher בסרגל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כפתור תפקיד צבעוני + תפריט נפתח עם 6 משתמשים. החלפת תפקיד מיידית — תפריט הניווט, כפתורים ודפים משתנים מיד.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83280"/>
            <a:ext cx="109728" cy="1554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מטריצת 12 הרשאות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86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תא toggle (חוץ מ-Admin). שמור/אפס אוטומטית. Badge "שינויים לא שמורים" כשיש שינויים.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תפקיד מותאם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דיאלוג עם שם בעברית+אנגלית, תבניות מוכנות (כמנהל/חבר/צופה), checkbox list ל-12 הרשאות. ניתן למחוק תפקידים מותאמים.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רב-לשוניות מלאה — 5 שפות + RTL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— 5 languages + RTL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עברית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🇬🇧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🇷🇺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120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Русский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🇫🇷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Français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🇪🇸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692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Español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4048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txt(locale, {he,en,ru,fr,es})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מרכזי. 346 דפוסי isHe ב-18 קבצים הומרו ל-txt().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84048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RTL מלא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properties: ms / me / ps / pe / start / end. הגאנט בנוי ידנית כדי לתמוך RTL.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12080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Locale routing (next-intl)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localePrefix: as-needed (עברית = /, אנגלית = /en). זיהוי שפה מטקסט: עברית/Cyrillic/Latin → locale → ברירת מחדל עברית.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 ו-PWA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Progressive Web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תפריט נשלף (Sheet)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Sheet primitive. תפריט המבורגר ☰ במובייל. ניווט slide-in RTL. Topbar מצמיד hamburger button.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כפתור min-h-[44px] min-w-[44px] לפי Apple HIG. inputs font-size: 16px למניעת zoom ב-iOS. onFocus scroll into view.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Manifest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 עברי. theme color Mapi blue. standalone mode. icons 192/512 PNG. apple-touch-icon.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התקנה: Chrome → Install app, Safari → Add to Home Screen.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Viewport ו-safe area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viewportFit: cover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env(safe-area-inset-*)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-webkit-text-size-adjust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touch-action: manipulation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רגישות לפדינג של notch / camera punch.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ידע +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System &amp;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Base (42+ entries)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קטגוריות: general, navigation, tasks, projects, gantt, wbs, risks, ai, assistant, team, admin, automations, settings, kpi.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שיטות חיפוש במקביל + Gemini fallback grounded על app facts + live snapshot.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109728" cy="2286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Welcome Tour 12 שלבים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 Bot עם 2-tier (KB → Gemini)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Floating help button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Guides — 7 מדריכים ב-5 שפות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הבא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Neon Postgres חיבור · Auth.js Google OAuth · Real-time updates (Supabase / Pusher)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AI Adoption analytics · Slack/Teams integrations · Mobile app native (React Native?)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Audit log auto-trigger · Webhooks for 3rd parties · Multi-tenancy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2026: Voice command shortcuts · בילינג רב-לשוני · AI judgment of priorities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טכנולוגיות ובסיס נתונים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Database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15.5 App Router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strict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3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shadcn/ui (ידני)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Radix UI primitives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(גרפים)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dnd-kit (Kanban)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/ 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API Routes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runtime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Components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next-intl (5 שפות)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CASL (RBAC)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Calendar webhook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runtime 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2.5 Flash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Claude (אופציונלי)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Heuristic intent parser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facts + live snapshot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base (42+ Q&amp;A)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 (STT)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Synthesis (TTS)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Engine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— schema TypeScript-first, type-safe, Edge-compatible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טבלאות מוכנות ב-lib/db/schema.ts: portfolios, programs, projects, wbs_nodes, tasks, task_dependencies, users, project_members, comments, audit_log, attachments, automations, ai_usage, ai_recommendations, notifications, calendar_events, item_types, sessions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ייצור: Neon Postgres / Supabase / Vercel Postgres — חיבור דרך drizzle() client | פיתוח: Mock data layer (lib/db/mock-data.ts) עם נתוני Salesforce אמיתיים מהאקסל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Vercel · Source: GitHub · CI/CD: auto deploy on push to main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המרכז למיפוי ישראל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PMO++ - פלטפורמת ניהול פרויקטים פנים-ארגונית</dc:title>
  <dc:subject>PptxGenJS Presentation</dc:subject>
  <dc:creator>PMO++</dc:creator>
  <cp:lastModifiedBy>PMO++</cp:lastModifiedBy>
  <cp:revision>1</cp:revision>
  <dcterms:created xsi:type="dcterms:W3CDTF">2026-06-20T19:52:58Z</dcterms:created>
  <dcterms:modified xsi:type="dcterms:W3CDTF">2026-06-20T19:52:58Z</dcterms:modified>
</cp:coreProperties>
</file>